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10" r:id="rId5"/>
    <p:sldId id="391" r:id="rId6"/>
    <p:sldId id="411" r:id="rId7"/>
    <p:sldId id="412" r:id="rId8"/>
    <p:sldId id="413" r:id="rId9"/>
  </p:sldIdLst>
  <p:sldSz cx="12192000" cy="6858000"/>
  <p:notesSz cx="6858000" cy="9144000"/>
  <p:defaultTextStyle>
    <a:defPPr rtl="0">
      <a:defRPr lang="nl-NL"/>
    </a:defPPr>
    <a:lvl1pPr marL="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6327" autoAdjust="0"/>
  </p:normalViewPr>
  <p:slideViewPr>
    <p:cSldViewPr snapToGrid="0">
      <p:cViewPr varScale="1">
        <p:scale>
          <a:sx n="160" d="100"/>
          <a:sy n="160" d="100"/>
        </p:scale>
        <p:origin x="104" y="5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nl-NL" sz="1200"/>
            </a:lvl1pPr>
          </a:lstStyle>
          <a:p>
            <a:pPr rtl="0"/>
            <a:fld id="{516B42AC-0423-44A8-A136-C666C9B5A560}" type="datetime1">
              <a:rPr lang="nl-NL" smtClean="0"/>
              <a:t>25-9-2025</a:t>
            </a:fld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nl-NL" sz="1200"/>
            </a:lvl1pPr>
          </a:lstStyle>
          <a:p>
            <a:pPr rtl="0"/>
            <a:fld id="{E2C230DF-5933-439D-898F-38E9AC9BA688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  <p:sp>
        <p:nvSpPr>
          <p:cNvPr id="8" name="Tijdelijke aanduiding voor koptekst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nl-NL" sz="1200"/>
            </a:lvl1pPr>
          </a:lstStyle>
          <a:p>
            <a:fld id="{6214D7E3-FCD1-42E5-A197-7F8C07DB81DF}" type="datetime1">
              <a:rPr lang="nl-NL" smtClean="0"/>
              <a:pPr/>
              <a:t>25-9-2025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nl-NL"/>
            </a:defPPr>
          </a:lstStyle>
          <a:p>
            <a:pPr lvl="0" rtl="0"/>
            <a:r>
              <a:rPr lang="nl-NL"/>
              <a:t>Klik om de tekststijlen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nl-NL" sz="1200"/>
            </a:lvl1pPr>
          </a:lstStyle>
          <a:p>
            <a:pPr rtl="0"/>
            <a:fld id="{A89C7E07-3C67-C64C-8DA0-0404F6303970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A89C7E07-3C67-C64C-8DA0-0404F6303970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A89C7E07-3C67-C64C-8DA0-0404F6303970}" type="slidenum">
              <a:rPr lang="nl-NL" smtClean="0"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ECE8C-F75C-9380-7557-66802B17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FE8F8FD-2CD7-DD6E-840E-FD620AF5E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4479C82-9186-8BB6-78AC-9E5779D59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E5A8ED4-C930-1BAB-9542-72335804A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A89C7E07-3C67-C64C-8DA0-0404F6303970}" type="slidenum">
              <a:rPr lang="nl-NL" smtClean="0"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3336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nl-NL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e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Vorm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8" name="Vrije v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9" name="Vrije v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 spc="50" baseline="0"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sp>
        <p:nvSpPr>
          <p:cNvPr id="2" name="Tijdelijke aanduiding voor inhoud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nl-NL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nl-NL" sz="2000"/>
            </a:lvl2pPr>
            <a:lvl3pPr indent="-283464">
              <a:spcBef>
                <a:spcPts val="1800"/>
              </a:spcBef>
              <a:defRPr lang="nl-NL" sz="2000"/>
            </a:lvl3pPr>
            <a:lvl4pPr indent="-283464">
              <a:spcBef>
                <a:spcPts val="1800"/>
              </a:spcBef>
              <a:defRPr lang="nl-NL" sz="2000"/>
            </a:lvl4pPr>
            <a:lvl5pPr indent="-283464"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43" name="Tijdelijke aanduiding voor dianumm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  <p:sp>
        <p:nvSpPr>
          <p:cNvPr id="42" name="Tijdelijke aanduiding voor datum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nl-NL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nl-NL"/>
              <a:t>Klik op het pictogram als u een afbeelding wilt toevoegen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nl-NL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nl-NL" sz="2000"/>
            </a:lvl1pPr>
          </a:lstStyle>
          <a:p>
            <a:pPr rtl="0"/>
            <a:r>
              <a:rPr lang="nl-NL"/>
              <a:t>Klik op het pictogram als u een afbeelding wilt toevoegen</a:t>
            </a:r>
          </a:p>
        </p:txBody>
      </p:sp>
      <p:sp>
        <p:nvSpPr>
          <p:cNvPr id="18" name="Tijdelijke aanduiding voor tekst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nl-NL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nl-NL" sz="4000"/>
            </a:lvl2pPr>
            <a:lvl3pPr>
              <a:defRPr lang="nl-NL" sz="4000"/>
            </a:lvl3pPr>
            <a:lvl4pPr>
              <a:defRPr lang="nl-NL" sz="4000"/>
            </a:lvl4pPr>
            <a:lvl5pPr>
              <a:defRPr lang="nl-NL" sz="4000"/>
            </a:lvl5pPr>
          </a:lstStyle>
          <a:p>
            <a:pPr lvl="0" rtl="0"/>
            <a:r>
              <a:rPr lang="nl-NL"/>
              <a:t>Klik om tekst toe te voegen</a:t>
            </a:r>
          </a:p>
        </p:txBody>
      </p: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envatt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e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Vrije v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2" name="Vrije v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3" name="Vrije v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sp>
        <p:nvSpPr>
          <p:cNvPr id="32" name="Titel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sp>
        <p:nvSpPr>
          <p:cNvPr id="2" name="Tijdelijke aanduiding voor inhoud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nl-NL" sz="2000"/>
            </a:lvl1pPr>
            <a:lvl2pPr indent="-283464">
              <a:spcBef>
                <a:spcPts val="1800"/>
              </a:spcBef>
              <a:defRPr lang="nl-NL" sz="2000"/>
            </a:lvl2pPr>
            <a:lvl3pPr indent="-283464">
              <a:spcBef>
                <a:spcPts val="1800"/>
              </a:spcBef>
              <a:defRPr lang="nl-NL" sz="2000"/>
            </a:lvl3pPr>
            <a:lvl4pPr indent="-283464">
              <a:spcBef>
                <a:spcPts val="1800"/>
              </a:spcBef>
              <a:defRPr lang="nl-NL" sz="2000"/>
            </a:lvl4pPr>
            <a:lvl5pPr indent="-283464"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nl-NL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ijdelijke aanduiding voor tekst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nl-NL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nl-NL" sz="4000"/>
            </a:lvl2pPr>
            <a:lvl3pPr>
              <a:defRPr lang="nl-NL" sz="4000"/>
            </a:lvl3pPr>
            <a:lvl4pPr>
              <a:defRPr lang="nl-NL" sz="4000"/>
            </a:lvl4pPr>
            <a:lvl5pPr>
              <a:defRPr lang="nl-NL" sz="4000"/>
            </a:lvl5pPr>
          </a:lstStyle>
          <a:p>
            <a:pPr lvl="0" rtl="0"/>
            <a:r>
              <a:rPr lang="nl-NL"/>
              <a:t>Klik om tekst toe te voegen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inhoud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e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Vrije v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3" name="Vrije v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4" name="Vrije v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sp>
        <p:nvSpPr>
          <p:cNvPr id="2" name="Tijdelijke aanduiding voor inhoud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nl-NL" sz="2000"/>
            </a:lvl1pPr>
            <a:lvl2pPr marL="283464" indent="-283464">
              <a:spcBef>
                <a:spcPts val="1800"/>
              </a:spcBef>
              <a:defRPr lang="nl-NL" sz="2000"/>
            </a:lvl2pPr>
            <a:lvl3pPr marL="594360" indent="-283464">
              <a:spcBef>
                <a:spcPts val="1800"/>
              </a:spcBef>
              <a:defRPr lang="nl-NL" sz="2000"/>
            </a:lvl3pPr>
            <a:lvl4pPr marL="822960" indent="-283464">
              <a:spcBef>
                <a:spcPts val="1800"/>
              </a:spcBef>
              <a:defRPr lang="nl-NL" sz="2000"/>
            </a:lvl4pPr>
            <a:lvl5pPr marL="1005840" indent="-283464"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3" name="Tijdelijke aanduiding voor inhoud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nl-NL" sz="2000"/>
            </a:lvl1pPr>
            <a:lvl2pPr marL="283464" indent="-283464">
              <a:spcBef>
                <a:spcPts val="1800"/>
              </a:spcBef>
              <a:defRPr lang="nl-NL" sz="2000"/>
            </a:lvl2pPr>
            <a:lvl3pPr marL="548640" indent="-283464">
              <a:spcBef>
                <a:spcPts val="1800"/>
              </a:spcBef>
              <a:defRPr lang="nl-NL" sz="2000"/>
            </a:lvl3pPr>
            <a:lvl4pPr marL="822960" indent="-283464">
              <a:spcBef>
                <a:spcPts val="1800"/>
              </a:spcBef>
              <a:defRPr lang="nl-NL" sz="2000"/>
            </a:lvl4pPr>
            <a:lvl5pPr marL="1005840" indent="-283464"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e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Vorm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3" name="Vrije v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4" name="Vrije v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8" name="Vrije v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9" name="Vrije v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jdelijke aanduiding voor inhoud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nl-NL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nl-NL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nl-NL" sz="2000"/>
            </a:lvl3pPr>
            <a:lvl4pPr marL="1371600" indent="0">
              <a:spcBef>
                <a:spcPts val="1800"/>
              </a:spcBef>
              <a:buFont typeface="+mj-lt"/>
              <a:buNone/>
              <a:defRPr lang="nl-NL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endParaRPr lang="nl-NL" dirty="0"/>
          </a:p>
        </p:txBody>
      </p:sp>
      <p:sp>
        <p:nvSpPr>
          <p:cNvPr id="2" name="Tijdelijke aanduiding voor inhoud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nl-NL" sz="2000"/>
            </a:lvl1pPr>
            <a:lvl2pPr marL="283464" indent="-283464">
              <a:spcBef>
                <a:spcPts val="1800"/>
              </a:spcBef>
              <a:defRPr lang="nl-NL" sz="2000"/>
            </a:lvl2pPr>
            <a:lvl3pPr marL="548640" indent="-283464">
              <a:spcBef>
                <a:spcPts val="1800"/>
              </a:spcBef>
              <a:defRPr lang="nl-NL" sz="2000"/>
            </a:lvl3pPr>
            <a:lvl4pPr marL="822960" indent="-283464">
              <a:spcBef>
                <a:spcPts val="1800"/>
              </a:spcBef>
              <a:defRPr lang="nl-NL" sz="2000"/>
            </a:lvl4pPr>
            <a:lvl5pPr marL="1005840" indent="-283464"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oud en afbeeld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sp>
        <p:nvSpPr>
          <p:cNvPr id="3" name="Tijdelijke aanduiding voor inhoud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nl-NL" sz="2000"/>
            </a:lvl1pPr>
            <a:lvl2pPr indent="-283464">
              <a:spcBef>
                <a:spcPts val="1800"/>
              </a:spcBef>
              <a:defRPr lang="nl-NL" sz="2000"/>
            </a:lvl2pPr>
            <a:lvl3pPr indent="-283464">
              <a:spcBef>
                <a:spcPts val="1800"/>
              </a:spcBef>
              <a:defRPr lang="nl-NL" sz="2000"/>
            </a:lvl3pPr>
            <a:lvl4pPr indent="-283464">
              <a:spcBef>
                <a:spcPts val="1800"/>
              </a:spcBef>
              <a:defRPr lang="nl-NL" sz="2000"/>
            </a:lvl4pPr>
            <a:lvl5pPr indent="-283464"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nl-NL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nl-NL"/>
              <a:t>Klik op het pictogram als u een afbeelding wilt toevoegen</a:t>
            </a: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oud en tab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e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Vrije v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5" name="Vrije v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7" name="Vrije v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jdelijke aanduiding voor inhoud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nl-NL" sz="2000"/>
            </a:lvl1pPr>
            <a:lvl2pPr marL="457200" indent="0">
              <a:spcBef>
                <a:spcPts val="1800"/>
              </a:spcBef>
              <a:buNone/>
              <a:defRPr lang="nl-NL" sz="2000"/>
            </a:lvl2pPr>
            <a:lvl3pPr marL="914400" indent="0">
              <a:spcBef>
                <a:spcPts val="1800"/>
              </a:spcBef>
              <a:buNone/>
              <a:defRPr lang="nl-NL" sz="2000"/>
            </a:lvl3pPr>
            <a:lvl4pPr marL="1371600" indent="0">
              <a:spcBef>
                <a:spcPts val="1800"/>
              </a:spcBef>
              <a:buNone/>
              <a:defRPr lang="nl-NL" sz="2000"/>
            </a:lvl4pPr>
            <a:lvl5pPr marL="1828800" indent="0">
              <a:spcBef>
                <a:spcPts val="1800"/>
              </a:spcBef>
              <a:buNone/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nl-NL" sz="2000"/>
            </a:lvl1pPr>
            <a:lvl2pPr>
              <a:spcBef>
                <a:spcPts val="600"/>
              </a:spcBef>
              <a:defRPr lang="nl-NL" sz="2000"/>
            </a:lvl2pPr>
            <a:lvl3pPr>
              <a:spcBef>
                <a:spcPts val="1800"/>
              </a:spcBef>
              <a:defRPr lang="nl-NL" sz="2000"/>
            </a:lvl3pPr>
            <a:lvl4pPr>
              <a:spcBef>
                <a:spcPts val="1800"/>
              </a:spcBef>
              <a:defRPr lang="nl-NL" sz="2000"/>
            </a:lvl4pPr>
            <a:lvl5pPr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inhou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e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Vrije v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3" name="Vrije v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4" name="Vrije v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nl-NL" sz="2000"/>
            </a:lvl1pPr>
            <a:lvl2pPr>
              <a:spcBef>
                <a:spcPts val="600"/>
              </a:spcBef>
              <a:defRPr lang="nl-NL" sz="2000"/>
            </a:lvl2pPr>
            <a:lvl3pPr>
              <a:spcBef>
                <a:spcPts val="1800"/>
              </a:spcBef>
              <a:defRPr lang="nl-NL" sz="2000"/>
            </a:lvl3pPr>
            <a:lvl4pPr>
              <a:spcBef>
                <a:spcPts val="1800"/>
              </a:spcBef>
              <a:defRPr lang="nl-NL" sz="2000"/>
            </a:lvl4pPr>
            <a:lvl5pPr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7" name="Tijdelijke aanduiding voor inhoud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nl-NL" sz="2000"/>
            </a:lvl1pPr>
            <a:lvl2pPr>
              <a:spcBef>
                <a:spcPts val="1800"/>
              </a:spcBef>
              <a:defRPr lang="nl-NL" sz="2000"/>
            </a:lvl2pPr>
            <a:lvl3pPr>
              <a:spcBef>
                <a:spcPts val="1800"/>
              </a:spcBef>
              <a:defRPr lang="nl-NL" sz="2000"/>
            </a:lvl3pPr>
            <a:lvl4pPr>
              <a:spcBef>
                <a:spcPts val="1800"/>
              </a:spcBef>
              <a:defRPr lang="nl-NL" sz="2000"/>
            </a:lvl4pPr>
            <a:lvl5pPr>
              <a:spcBef>
                <a:spcPts val="1800"/>
              </a:spcBef>
              <a:defRPr lang="nl-NL" sz="2000"/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nl-NL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sp>
        <p:nvSpPr>
          <p:cNvPr id="9" name="Tijdelijke aanduiding voor tabel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nl-NL"/>
            </a:lvl1pPr>
          </a:lstStyle>
          <a:p>
            <a:pPr rtl="0"/>
            <a:r>
              <a:rPr lang="nl-NL"/>
              <a:t>Klik op het pictogram als u een tabel wilt toevoegen</a:t>
            </a: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>
              <a:latin typeface="+mn-lt"/>
            </a:endParaRPr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>
              <a:latin typeface="+mn-lt"/>
            </a:endParaRP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nl-NL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nl-NL"/>
              <a:t>Klik om titel toe te voegen 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sp>
        <p:nvSpPr>
          <p:cNvPr id="18" name="Tijdelijke aanduiding voor tekst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nl-NL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nl-NL" sz="4000"/>
            </a:lvl2pPr>
            <a:lvl3pPr>
              <a:defRPr lang="nl-NL" sz="4000"/>
            </a:lvl3pPr>
            <a:lvl4pPr>
              <a:defRPr lang="nl-NL" sz="4000"/>
            </a:lvl4pPr>
            <a:lvl5pPr>
              <a:defRPr lang="nl-NL" sz="4000"/>
            </a:lvl5pPr>
          </a:lstStyle>
          <a:p>
            <a:pPr lvl="0" rtl="0"/>
            <a:r>
              <a:rPr lang="nl-NL"/>
              <a:t>Klik om tekst toe te voegen</a:t>
            </a:r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nl-NL"/>
            </a:defPPr>
          </a:lstStyle>
          <a:p>
            <a:pPr lvl="0" rtl="0"/>
            <a:r>
              <a:rPr lang="nl-NL"/>
              <a:t>Klik om de tekststijlen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12" name="Tijdelijke aanduiding voor titel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nl-NL"/>
            </a:defPPr>
          </a:lstStyle>
          <a:p>
            <a:pPr rtl="0"/>
            <a:r>
              <a:rPr lang="nl-NL"/>
              <a:t>Klik om de titelstijl van het model te bewerken</a:t>
            </a:r>
          </a:p>
        </p:txBody>
      </p:sp>
      <p:sp>
        <p:nvSpPr>
          <p:cNvPr id="30" name="Tijdelijke aanduiding voor datum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nl-NL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nl-NL" dirty="0">
              <a:latin typeface="+mn-lt"/>
            </a:endParaRPr>
          </a:p>
        </p:txBody>
      </p:sp>
      <p:sp>
        <p:nvSpPr>
          <p:cNvPr id="32" name="Tijdelijke aanduiding voor dianumm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nl-NL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nl-NL" smtClean="0"/>
              <a:pPr rtl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nl-NL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nl-NL">
          <a:solidFill>
            <a:schemeClr val="tx2"/>
          </a:solidFill>
        </a:defRPr>
      </a:lvl2pPr>
      <a:lvl3pPr eaLnBrk="1" hangingPunct="1">
        <a:defRPr lang="nl-NL">
          <a:solidFill>
            <a:schemeClr val="tx2"/>
          </a:solidFill>
        </a:defRPr>
      </a:lvl3pPr>
      <a:lvl4pPr eaLnBrk="1" hangingPunct="1">
        <a:defRPr lang="nl-NL">
          <a:solidFill>
            <a:schemeClr val="tx2"/>
          </a:solidFill>
        </a:defRPr>
      </a:lvl4pPr>
      <a:lvl5pPr eaLnBrk="1" hangingPunct="1">
        <a:defRPr lang="nl-NL">
          <a:solidFill>
            <a:schemeClr val="tx2"/>
          </a:solidFill>
        </a:defRPr>
      </a:lvl5pPr>
      <a:lvl6pPr eaLnBrk="1" hangingPunct="1">
        <a:defRPr lang="nl-NL">
          <a:solidFill>
            <a:schemeClr val="tx2"/>
          </a:solidFill>
        </a:defRPr>
      </a:lvl6pPr>
      <a:lvl7pPr eaLnBrk="1" hangingPunct="1">
        <a:defRPr lang="nl-NL">
          <a:solidFill>
            <a:schemeClr val="tx2"/>
          </a:solidFill>
        </a:defRPr>
      </a:lvl7pPr>
      <a:lvl8pPr eaLnBrk="1" hangingPunct="1">
        <a:defRPr lang="nl-NL">
          <a:solidFill>
            <a:schemeClr val="tx2"/>
          </a:solidFill>
        </a:defRPr>
      </a:lvl8pPr>
      <a:lvl9pPr eaLnBrk="1" hangingPunct="1">
        <a:defRPr lang="nl-NL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nl-NL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831738" cy="3291840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 sz="4800" dirty="0"/>
              <a:t>Time-</a:t>
            </a:r>
            <a:r>
              <a:rPr lang="nl-NL" sz="4800" dirty="0" err="1"/>
              <a:t>resolved</a:t>
            </a:r>
            <a:r>
              <a:rPr lang="nl-NL" sz="4800" dirty="0"/>
              <a:t> HOM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0C70CEFD-16C8-EB85-571B-D6C682E0B136}"/>
              </a:ext>
            </a:extLst>
          </p:cNvPr>
          <p:cNvSpPr txBox="1"/>
          <p:nvPr/>
        </p:nvSpPr>
        <p:spPr>
          <a:xfrm>
            <a:off x="6321287" y="4170459"/>
            <a:ext cx="5824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chemeClr val="bg1"/>
                </a:solidFill>
              </a:rPr>
              <a:t>Tieme &amp; Toon</a:t>
            </a:r>
          </a:p>
          <a:p>
            <a:r>
              <a:rPr lang="nl-NL" sz="2400" dirty="0">
                <a:solidFill>
                  <a:schemeClr val="bg1"/>
                </a:solidFill>
              </a:rPr>
              <a:t>26-09-’25 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 dirty="0"/>
              <a:t>Nieuwe formule</a:t>
            </a:r>
          </a:p>
        </p:txBody>
      </p:sp>
      <p:grpSp>
        <p:nvGrpSpPr>
          <p:cNvPr id="19" name="Groe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Vrije v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21" name="Vrije v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22" name="Vrije v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p:pic>
        <p:nvPicPr>
          <p:cNvPr id="9" name="Afbeelding 8">
            <a:extLst>
              <a:ext uri="{FF2B5EF4-FFF2-40B4-BE49-F238E27FC236}">
                <a16:creationId xmlns:a16="http://schemas.microsoft.com/office/drawing/2014/main" id="{684ACB89-6084-FA52-6ACB-3A8AB2027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889" y="4132034"/>
            <a:ext cx="806491" cy="20956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37D4B4C-38C8-2DC9-98E7-F250C2CB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889" y="3787182"/>
            <a:ext cx="1809843" cy="304816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16B803EA-DC2A-CAC6-26DD-B03A7FDA8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326" y="2724502"/>
            <a:ext cx="9754101" cy="628682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F9C29CA8-1724-9ECA-878C-9F89731D4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820" y="4333919"/>
            <a:ext cx="1238314" cy="3111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31F4C7EC-E292-59CF-5626-AEEB2C5117CD}"/>
                  </a:ext>
                </a:extLst>
              </p:cNvPr>
              <p:cNvSpPr txBox="1"/>
              <p:nvPr/>
            </p:nvSpPr>
            <p:spPr>
              <a:xfrm>
                <a:off x="594359" y="2309854"/>
                <a:ext cx="1149162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dirty="0">
                    <a:solidFill>
                      <a:schemeClr val="bg1"/>
                    </a:solidFill>
                  </a:rPr>
                  <a:t>Coincidence </a:t>
                </a:r>
                <a:r>
                  <a:rPr lang="nl-NL" dirty="0" err="1">
                    <a:solidFill>
                      <a:schemeClr val="bg1"/>
                    </a:solidFill>
                  </a:rPr>
                  <a:t>rate</a:t>
                </a:r>
                <a:r>
                  <a:rPr lang="nl-NL" dirty="0">
                    <a:solidFill>
                      <a:schemeClr val="bg1"/>
                    </a:solidFill>
                  </a:rPr>
                  <a:t> wordt gegeven door</a:t>
                </a:r>
              </a:p>
              <a:p>
                <a:endParaRPr lang="nl-NL" dirty="0">
                  <a:solidFill>
                    <a:schemeClr val="bg1"/>
                  </a:solidFill>
                </a:endParaRPr>
              </a:p>
              <a:p>
                <a:endParaRPr lang="nl-NL" dirty="0">
                  <a:solidFill>
                    <a:schemeClr val="bg1"/>
                  </a:solidFill>
                </a:endParaRPr>
              </a:p>
              <a:p>
                <a:endParaRPr lang="nl-NL" dirty="0">
                  <a:solidFill>
                    <a:schemeClr val="bg1"/>
                  </a:solidFill>
                </a:endParaRPr>
              </a:p>
              <a:p>
                <a:r>
                  <a:rPr lang="nl-NL" dirty="0">
                    <a:solidFill>
                      <a:schemeClr val="bg1"/>
                    </a:solidFill>
                  </a:rPr>
                  <a:t>Met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 de </a:t>
                </a:r>
                <a:r>
                  <a:rPr lang="nl-NL" dirty="0" err="1">
                    <a:solidFill>
                      <a:schemeClr val="bg1"/>
                    </a:solidFill>
                  </a:rPr>
                  <a:t>coincidence</a:t>
                </a:r>
                <a:r>
                  <a:rPr lang="nl-NL" dirty="0">
                    <a:solidFill>
                      <a:schemeClr val="bg1"/>
                    </a:solidFill>
                  </a:rPr>
                  <a:t> </a:t>
                </a:r>
                <a:r>
                  <a:rPr lang="nl-NL" dirty="0" err="1">
                    <a:solidFill>
                      <a:schemeClr val="bg1"/>
                    </a:solidFill>
                  </a:rPr>
                  <a:t>window</a:t>
                </a:r>
                <a:r>
                  <a:rPr lang="nl-NL" dirty="0">
                    <a:solidFill>
                      <a:schemeClr val="bg1"/>
                    </a:solidFill>
                  </a:rPr>
                  <a:t> [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nl-NL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nl-NL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 de fotonbreedte [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nl-NL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 de kabellengte,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 de dispersie [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nl-NL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nl-NL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nl-NL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 de BS en </a:t>
                </a:r>
              </a:p>
            </p:txBody>
          </p:sp>
        </mc:Choice>
        <mc:Fallback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31F4C7EC-E292-59CF-5626-AEEB2C511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9" y="2309854"/>
                <a:ext cx="11491624" cy="1477328"/>
              </a:xfrm>
              <a:prstGeom prst="rect">
                <a:avLst/>
              </a:prstGeom>
              <a:blipFill>
                <a:blip r:embed="rId7"/>
                <a:stretch>
                  <a:fillRect l="-424" t="-2479" r="-371" b="-578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9C1594F0-6EF6-CED7-1998-3B9471A81ABC}"/>
              </a:ext>
            </a:extLst>
          </p:cNvPr>
          <p:cNvCxnSpPr>
            <a:cxnSpLocks/>
          </p:cNvCxnSpPr>
          <p:nvPr/>
        </p:nvCxnSpPr>
        <p:spPr>
          <a:xfrm flipH="1">
            <a:off x="8321040" y="2150828"/>
            <a:ext cx="222637" cy="72754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08AD633E-84BE-B800-2676-9451CD653C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8856" y="1630101"/>
            <a:ext cx="1390721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35C8-E101-625A-00B7-D5E4BA76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C4D4FA0-FB4A-CDB1-5160-498F873D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 dirty="0"/>
              <a:t>Het fitten</a:t>
            </a:r>
          </a:p>
        </p:txBody>
      </p:sp>
      <p:grpSp>
        <p:nvGrpSpPr>
          <p:cNvPr id="19" name="Groep 18">
            <a:extLst>
              <a:ext uri="{FF2B5EF4-FFF2-40B4-BE49-F238E27FC236}">
                <a16:creationId xmlns:a16="http://schemas.microsoft.com/office/drawing/2014/main" id="{B0B3A8B6-7401-862E-A533-7AEB9B62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Vrije vorm 19">
              <a:extLst>
                <a:ext uri="{FF2B5EF4-FFF2-40B4-BE49-F238E27FC236}">
                  <a16:creationId xmlns:a16="http://schemas.microsoft.com/office/drawing/2014/main" id="{38D387A1-0BD2-11F3-011C-BD14B29A1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21" name="Vrije vorm 20">
              <a:extLst>
                <a:ext uri="{FF2B5EF4-FFF2-40B4-BE49-F238E27FC236}">
                  <a16:creationId xmlns:a16="http://schemas.microsoft.com/office/drawing/2014/main" id="{1E3100C2-8161-0A68-B391-6048117C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  <p:sp>
          <p:nvSpPr>
            <p:cNvPr id="22" name="Vrije vorm 21">
              <a:extLst>
                <a:ext uri="{FF2B5EF4-FFF2-40B4-BE49-F238E27FC236}">
                  <a16:creationId xmlns:a16="http://schemas.microsoft.com/office/drawing/2014/main" id="{C35B3F2F-6A17-A844-6CC4-24CD9DCD3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nl-NL"/>
              </a:defPPr>
            </a:lstStyle>
            <a:p>
              <a:pPr rtl="0"/>
              <a:endParaRPr lang="nl-NL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kstvak 1">
                <a:extLst>
                  <a:ext uri="{FF2B5EF4-FFF2-40B4-BE49-F238E27FC236}">
                    <a16:creationId xmlns:a16="http://schemas.microsoft.com/office/drawing/2014/main" id="{DE63062F-ABAC-81A4-353A-9EA0116B79A8}"/>
                  </a:ext>
                </a:extLst>
              </p:cNvPr>
              <p:cNvSpPr txBox="1"/>
              <p:nvPr/>
            </p:nvSpPr>
            <p:spPr>
              <a:xfrm>
                <a:off x="594360" y="2309854"/>
                <a:ext cx="11491624" cy="1906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nl-NL" dirty="0">
                    <a:solidFill>
                      <a:schemeClr val="bg1"/>
                    </a:solidFill>
                  </a:rPr>
                  <a:t>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, Fit parameters: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nl-NL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N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 waar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nl-NL" dirty="0">
                    <a:solidFill>
                      <a:schemeClr val="bg1"/>
                    </a:solidFill>
                  </a:rPr>
                  <a:t> onafhankelijk is per dataset</a:t>
                </a:r>
              </a:p>
              <a:p>
                <a:endParaRPr lang="nl-NL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nl-NL" dirty="0" err="1">
                    <a:solidFill>
                      <a:schemeClr val="bg1"/>
                    </a:solidFill>
                  </a:rPr>
                  <a:t>Least</a:t>
                </a:r>
                <a:r>
                  <a:rPr lang="nl-NL" dirty="0">
                    <a:solidFill>
                      <a:schemeClr val="bg1"/>
                    </a:solidFill>
                  </a:rPr>
                  <a:t>-squares fit, met error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l-NL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nl-NL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nl-NL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nl-NL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nl-NL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nl-NL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nl-N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nl-N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nl-N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nl-N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nl-NL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NL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nl-N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nl-NL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nl-NL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nl-NL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NL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nl-NL" b="0" dirty="0">
                  <a:solidFill>
                    <a:schemeClr val="bg1"/>
                  </a:solidFill>
                </a:endParaRPr>
              </a:p>
              <a:p>
                <a:r>
                  <a:rPr lang="nl-NL" dirty="0">
                    <a:solidFill>
                      <a:schemeClr val="bg1"/>
                    </a:solidFill>
                  </a:rPr>
                  <a:t>waar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nl-NL" b="0" dirty="0">
                    <a:solidFill>
                      <a:schemeClr val="bg1"/>
                    </a:solidFill>
                  </a:rPr>
                  <a:t> onafhankelijk is per dataset.</a:t>
                </a:r>
              </a:p>
            </p:txBody>
          </p:sp>
        </mc:Choice>
        <mc:Fallback>
          <p:sp>
            <p:nvSpPr>
              <p:cNvPr id="2" name="Tekstvak 1">
                <a:extLst>
                  <a:ext uri="{FF2B5EF4-FFF2-40B4-BE49-F238E27FC236}">
                    <a16:creationId xmlns:a16="http://schemas.microsoft.com/office/drawing/2014/main" id="{DE63062F-ABAC-81A4-353A-9EA0116B7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2309854"/>
                <a:ext cx="11491624" cy="1906740"/>
              </a:xfrm>
              <a:prstGeom prst="rect">
                <a:avLst/>
              </a:prstGeom>
              <a:blipFill>
                <a:blip r:embed="rId3"/>
                <a:stretch>
                  <a:fillRect l="-477" t="-958" b="-415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486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00CBA-342D-5CC5-C331-5A8918F8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Resultaten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0B15488-9758-42F8-776C-5A19A125CA4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983135" y="4302202"/>
                <a:ext cx="3227662" cy="1506225"/>
              </a:xfrm>
              <a:ln>
                <a:solidFill>
                  <a:srgbClr val="FF0000"/>
                </a:solidFill>
              </a:ln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= 14.42 ± 0.06    </m:t>
                      </m:r>
                      <m:r>
                        <a:rPr lang="nl-NL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nl-NL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= 21.15 ± 0.02</m:t>
                      </m:r>
                      <m:r>
                        <a:rPr lang="nl-NL" b="0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nl-NL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nl-NL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nl-NL" b="0" i="1" dirty="0" smtClean="0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0B15488-9758-42F8-776C-5A19A125C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983135" y="4302202"/>
                <a:ext cx="3227662" cy="1506225"/>
              </a:xfr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Afbeelding 12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99DD2C67-372A-38F7-89A2-F2C50596F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68" y="837092"/>
            <a:ext cx="3686786" cy="2765090"/>
          </a:xfrm>
          <a:prstGeom prst="rect">
            <a:avLst/>
          </a:prstGeom>
        </p:spPr>
      </p:pic>
      <p:pic>
        <p:nvPicPr>
          <p:cNvPr id="15" name="Afbeelding 14" descr="Afbeelding met tekst, lijn, diagram, Perceel&#10;&#10;Door AI gegenereerde inhoud is mogelijk onjuist.">
            <a:extLst>
              <a:ext uri="{FF2B5EF4-FFF2-40B4-BE49-F238E27FC236}">
                <a16:creationId xmlns:a16="http://schemas.microsoft.com/office/drawing/2014/main" id="{7C722F37-93C8-47C0-2A99-DCD30753C7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573" y="837092"/>
            <a:ext cx="3686786" cy="2765090"/>
          </a:xfrm>
          <a:prstGeom prst="rect">
            <a:avLst/>
          </a:prstGeom>
        </p:spPr>
      </p:pic>
      <p:pic>
        <p:nvPicPr>
          <p:cNvPr id="19" name="Afbeelding 18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15271C81-4D90-CD6B-20CE-AED41CE8E5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359" y="3602182"/>
            <a:ext cx="3791895" cy="284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4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C5108-1ADC-CE47-ED08-2A420E11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Conclusie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03AF193-68CA-F5C5-21C2-43408ED125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nl-NL" dirty="0"/>
              <a:t>Formule lijkt data goed te beschrijven (golven, </a:t>
            </a:r>
            <a:r>
              <a:rPr lang="nl-NL" dirty="0" err="1"/>
              <a:t>visibility</a:t>
            </a:r>
            <a:r>
              <a:rPr lang="nl-NL" dirty="0"/>
              <a:t>)</a:t>
            </a:r>
          </a:p>
          <a:p>
            <a:r>
              <a:rPr lang="nl-NL" dirty="0"/>
              <a:t>Lage </a:t>
            </a:r>
            <a:r>
              <a:rPr lang="nl-NL" dirty="0" err="1"/>
              <a:t>coincidence</a:t>
            </a:r>
            <a:r>
              <a:rPr lang="nl-NL" dirty="0"/>
              <a:t> </a:t>
            </a:r>
            <a:r>
              <a:rPr lang="nl-NL" dirty="0" err="1"/>
              <a:t>windows</a:t>
            </a:r>
            <a:r>
              <a:rPr lang="nl-NL" dirty="0"/>
              <a:t> geven wat problemen</a:t>
            </a:r>
          </a:p>
        </p:txBody>
      </p:sp>
    </p:spTree>
    <p:extLst>
      <p:ext uri="{BB962C8B-B14F-4D97-AF65-F5344CB8AC3E}">
        <p14:creationId xmlns:p14="http://schemas.microsoft.com/office/powerpoint/2010/main" val="2076413636"/>
      </p:ext>
    </p:extLst>
  </p:cSld>
  <p:clrMapOvr>
    <a:masterClrMapping/>
  </p:clrMapOvr>
</p:sld>
</file>

<file path=ppt/theme/theme1.xml><?xml version="1.0" encoding="utf-8"?>
<a:theme xmlns:a="http://schemas.openxmlformats.org/drawingml/2006/main" name="Aangepast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1_TF78853419_Win32" id="{CFE587CB-6BF9-45D2-A27E-C61579DF3CB1}" vid="{7858F9A5-0C96-4CF9-8735-2D3191D641DE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17b99d-02f6-4a58-98d6-8474a355fae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7BFF6B8B42F4448B61F049424FA097" ma:contentTypeVersion="5" ma:contentTypeDescription="Create a new document." ma:contentTypeScope="" ma:versionID="54268dd58b3653db773ee75c3a81ece5">
  <xsd:schema xmlns:xsd="http://www.w3.org/2001/XMLSchema" xmlns:xs="http://www.w3.org/2001/XMLSchema" xmlns:p="http://schemas.microsoft.com/office/2006/metadata/properties" xmlns:ns3="b317b99d-02f6-4a58-98d6-8474a355fae8" targetNamespace="http://schemas.microsoft.com/office/2006/metadata/properties" ma:root="true" ma:fieldsID="dcb83a705744a8d8a782ddbc190ad430" ns3:_="">
    <xsd:import namespace="b317b99d-02f6-4a58-98d6-8474a355fae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7b99d-02f6-4a58-98d6-8474a355fae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b317b99d-02f6-4a58-98d6-8474a355fae8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830936-6641-47F1-B6BA-E643DD74A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7b99d-02f6-4a58-98d6-8474a355fa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{5A678EA0-5568-4707-9CBF-8904945872A4}TFd3b75063-ff25-434d-b12c-efeaf07d16c32aeaf459_win32-4d08c8e30273</Template>
  <TotalTime>52</TotalTime>
  <Words>115</Words>
  <Application>Microsoft Office PowerPoint</Application>
  <PresentationFormat>Breedbeeld</PresentationFormat>
  <Paragraphs>25</Paragraphs>
  <Slides>5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 Math</vt:lpstr>
      <vt:lpstr>Franklin Gothic Book</vt:lpstr>
      <vt:lpstr>Franklin Gothic Demi</vt:lpstr>
      <vt:lpstr>Aangepast</vt:lpstr>
      <vt:lpstr>Time-resolved HOM</vt:lpstr>
      <vt:lpstr>Nieuwe formule</vt:lpstr>
      <vt:lpstr>Het fitten</vt:lpstr>
      <vt:lpstr>Resultaten</vt:lpstr>
      <vt:lpstr>Conclusie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Hasenack, Toon</dc:creator>
  <cp:lastModifiedBy>Hasenack, Toon</cp:lastModifiedBy>
  <cp:revision>3</cp:revision>
  <dcterms:created xsi:type="dcterms:W3CDTF">2025-09-25T15:57:49Z</dcterms:created>
  <dcterms:modified xsi:type="dcterms:W3CDTF">2025-09-25T16:50:08Z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0x010100727BFF6B8B42F4448B61F049424FA097</vt:lpwstr>
  </property>
</Properties>
</file>